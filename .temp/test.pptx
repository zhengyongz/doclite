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1" r:id="rId1"/>
    <p:sldId id="2" r:id="rId2"/>
  </p:sldId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1" name="Title"/>
          <p:cNvSpPr/>
          <p:nvPr/>
        </p:nvSpPr>
        <p:spPr/>
        <p:txBody>
          <a:bodyPr/>
          <a:lstStyle/>
          <a:p>
            <a:r>
              <a:t>轻快文档工具箱</a:t>
            </a:r>
          </a:p>
        </p:txBody>
      </p:sp>
      <p:sp>
        <p:nvSpPr>
          <p:cNvPr id="2" name="Body"/>
          <p:cNvSpPr/>
          <p:nvPr/>
        </p:nvSpPr>
        <p:spPr/>
        <p:txBody>
          <a:bodyPr/>
          <a:lstStyle/>
          <a:p>
            <a:r>
              <a:t>PPT 渲染测试 - 第一页内容：验证 JSZip 解析 PPTX 的文本和布局能力。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1" name="Title"/>
          <p:cNvSpPr/>
          <p:nvPr/>
        </p:nvSpPr>
        <p:spPr/>
        <p:txBody>
          <a:bodyPr/>
          <a:lstStyle/>
          <a:p>
            <a:r>
              <a:t>功能特性</a:t>
            </a:r>
          </a:p>
        </p:txBody>
      </p:sp>
      <p:sp>
        <p:nvSpPr>
          <p:cNvPr id="2" name="Body"/>
          <p:cNvSpPr/>
          <p:nvPr/>
        </p:nvSpPr>
        <p:spPr/>
        <p:txBody>
          <a:bodyPr/>
          <a:lstStyle/>
          <a:p>
            <a:r>
              <a:t>完全本地处理 - 无需上传服务器 - 支持多种格式 - 极简界面设计。</a:t>
            </a:r>
          </a:p>
        </p:txBody>
      </p:sp>
    </p:spTree>
  </p:cSld>
</p:sld>
</file>